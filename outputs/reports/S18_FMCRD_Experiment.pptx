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開場定位。三情境對照；18 是本次主題。誠實紅線：FMCRD 是模擬不是工廠遙測，這句話開場就要說。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不要跳過這頁。這份實驗的說服力來自紀律，紀律講在結果之前才有信用；講在結果之後像事後辯解。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四項落差都在 Phase 0/1 抓到。重點不是罵原程式，是說明為什麼要用真實資料檢驗規格。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FR_Coulomb 與 STIFF_TorqueSlope 通過預註冊複現檢驗。對照組無訊號是關鍵——證明不是換皮。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這頁講最久。四重證據獨立收斂到同一命題＝證據三角化。右下小圖是階梯相圖，證明迴圈不存在。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方法論亮點。偏相關沒拆穿、分軌才拆穿，這個對比比結果本身更值得記住。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消融沒提升不是白做——它回答了「BL 是不是 FE 換皮」這個問題。not_estimable 是本次的設計貢獻。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收尾。不要說「情境 18 驗證成功」——是部分驗證。未竟事項要主動講，尤其資料出處。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備用頁。資料出處那題不要含糊帶過。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自用頁。簡報時可隱藏。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18：機械傳動層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542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9FC5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 FMCRD 資料驗證 — 部分成立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4670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6D2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 情境框架說得出口，但背隙特徵真的量得到嗎？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224528"/>
            <a:ext cx="3474720" cy="1170432"/>
          </a:xfrm>
          <a:prstGeom prst="roundRect">
            <a:avLst>
              <a:gd name="adj" fmla="val 4688"/>
            </a:avLst>
          </a:prstGeom>
          <a:solidFill>
            <a:srgbClr val="24405E"/>
          </a:solidFill>
          <a:ln w="19050">
            <a:solidFill>
              <a:srgbClr val="2E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43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B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4736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4224528"/>
            <a:ext cx="3474720" cy="1170432"/>
          </a:xfrm>
          <a:prstGeom prst="roundRect">
            <a:avLst>
              <a:gd name="adj" fmla="val 4688"/>
            </a:avLst>
          </a:prstGeom>
          <a:solidFill>
            <a:srgbClr val="24405E"/>
          </a:solidFill>
          <a:ln w="19050">
            <a:solidFill>
              <a:srgbClr val="D279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4343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279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21208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機械傳動層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4736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 · 部分成立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4224528"/>
            <a:ext cx="3474720" cy="1170432"/>
          </a:xfrm>
          <a:prstGeom prst="roundRect">
            <a:avLst>
              <a:gd name="adj" fmla="val 4688"/>
            </a:avLst>
          </a:prstGeom>
          <a:solidFill>
            <a:srgbClr val="24405E"/>
          </a:solidFill>
          <a:ln w="19050">
            <a:solidFill>
              <a:srgbClr val="5A6B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4343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1540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電磁層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15400" y="4736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方法就緒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779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FMCRD 為高擬真物理模擬資料集，非真實工廠／產線伺服馬達遙測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實驗紀律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先講方法，再講結果 —— 這頁是後面每個數字的信用基礎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465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9888" y="1600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兩遍掃描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49040" y="1600200"/>
            <a:ext cx="7543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特徵管線只讀訊號欄，標註表只讀 DV／ylabel，分析階段才 join。防洩漏是架構保證，不是自律。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8072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89888" y="26609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預註冊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2660904"/>
            <a:ext cx="7543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門檻、主從判準、消融變體、test 預期，全部在碰 test 之前鎖進 config。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8679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2793C"/>
          </a:solidFill>
          <a:ln w="12700">
            <a:solidFill>
              <a:srgbClr val="D279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89888" y="3721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 只評估一次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49040" y="3721608"/>
            <a:ext cx="7543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800 段，一次。不用於調整任何門檻或參數。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928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89888" y="4782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逐位元等價測試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49040" y="4782312"/>
            <a:ext cx="7543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參數化重實作必須與原函數 bit-identical，任何行為漂移即測試失敗。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870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8B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「所有讓結果變好看的路，都在看到結果之前就封死了。」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0 的意外收穫：規格與實作落差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dsp_analytics 的四項函數，從未被真實資料檢驗過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17904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函數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落差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dead_zone_width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窗參數寫死 20 samples（隱含 1 kHz 假設）；50 kHz 下僅 0.4 ms → 恆回傳預設常數 0.05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force_displacement_slope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名實不符 —— 實作為 polyfit(fe, pos)，完全未用到 torque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stribeck_friction_parameters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高速帶門檻 |v| &gt; 500；本資料 |v| ≤ 183 → 命中 0 筆，黏滯項恆為 0.001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del_pos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語意誤判 —— 實為「相對 run 起點的指令位移」，非逐點差分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17904"/>
            <a:ext cx="11064240" cy="384048"/>
          </a:xfrm>
          <a:prstGeom prst="rect">
            <a:avLst/>
          </a:prstGeom>
          <a:solidFill>
            <a:srgbClr val="16283D"/>
          </a:solidFill>
          <a:ln w="12700">
            <a:solidFill>
              <a:srgbClr val="1628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5179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函數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58768" y="151790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落差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5138928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BF3EC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52852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79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規格與實作的落差，只有真實資料能暴露。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566013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參數化重實作 + 逐位元等價測試，同時替原函數補上了它從未有過的測試。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成立的部分：摩擦與剛性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主圖為 Stribeck 平面 —— 讓人肉眼看見獲勝特徵在量什麼</a:t>
            </a:r>
            <a:endParaRPr lang="en-US" sz="1400" dirty="0"/>
          </a:p>
        </p:txBody>
      </p:sp>
      <p:pic>
        <p:nvPicPr>
          <p:cNvPr id="4" name="Image 0" descr="C:\Users\alung\Documents\WorkSpace\AIHW\FinalProject\outputs\s18_experiment\fig1_stribeck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452360" cy="3154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700016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低速帶（灰底 |v|&lt;100）的扭矩包絡整體抬升 = FR_Coulomb 所量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8275320" y="1481328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F5F7F9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58200" y="15361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8B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ρ = 0.794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458200" y="19110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FR_Coulomb（within-noisy）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75320" y="2340864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F5F7F9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58200" y="23957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8B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AUC 0.983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458200" y="2770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 vs HI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75320" y="3200400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F5F7F9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58200" y="32552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8B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ρ = −0.496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458200" y="36301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STIFF_TorqueSlope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75320" y="4059936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F5F7F9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458200" y="4114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|ρ| ≤ 0.02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8458200" y="4489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對照組 FE_RMS／FE_Max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DF4F4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68680" y="524865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對照組全程無訊號 → 判別力不是追隨誤差換個名字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重度退化偵測率 90.0%；within-noisy 軌已排除負載混淆，p &lt; 0.001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不成立的部分 —— 以及為什麼這才是重點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背隙族四項全部無訊號；歸因不是訊號微弱，而是激勵條件不支持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四重證據三角化（四個機制完全獨立）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83664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5F7F9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975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2793C"/>
          </a:solidFill>
          <a:ln w="12700">
            <a:solidFill>
              <a:srgbClr val="D279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920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窗長 10／20／40 ms 給出同一結果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79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非調參問題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5F7F9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" y="26334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2793C"/>
          </a:solidFill>
          <a:ln w="12700">
            <a:solidFill>
              <a:srgbClr val="D279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07008" y="25786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demand–actual 為階梯路徑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5786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79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遲滯迴圈不存在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5F7F9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" y="3291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2793C"/>
          </a:solidFill>
          <a:ln w="12700">
            <a:solidFill>
              <a:srgbClr val="D279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323697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指令換向僅 0–3 次，12% 的 run 為 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236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79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激勵事件不足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5F7F9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" y="39502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2793C"/>
          </a:solidFill>
          <a:ln w="12700">
            <a:solidFill>
              <a:srgbClr val="D279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07008" y="38953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within-noisy 分軌檢定無訊號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38953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79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排除負載混淆後仍為零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148132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同一特徵、同一份資料，兩種處理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720840" y="1883664"/>
            <a:ext cx="4892040" cy="1170432"/>
          </a:xfrm>
          <a:prstGeom prst="roundRect">
            <a:avLst>
              <a:gd name="adj" fmla="val 4688"/>
            </a:avLst>
          </a:prstGeom>
          <a:solidFill>
            <a:srgbClr val="FAEDEB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49440" y="19751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3B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原專案做法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22860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量不到時 return 0.05 預設常數 —— 假裝有值。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答辯結果：一個問題擊穿。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20840" y="3200400"/>
            <a:ext cx="4892040" cy="1170432"/>
          </a:xfrm>
          <a:prstGeom prst="roundRect">
            <a:avLst>
              <a:gd name="adj" fmla="val 4688"/>
            </a:avLst>
          </a:prstGeom>
          <a:solidFill>
            <a:srgbClr val="EDF4F4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4944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本實驗做法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36027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 NaN，四種方式證明測不到並定位原因。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答辯結果：站得住。</a:t>
            </a:r>
            <a:endParaRPr lang="en-US" sz="1200" dirty="0"/>
          </a:p>
        </p:txBody>
      </p:sp>
      <p:pic>
        <p:nvPicPr>
          <p:cNvPr id="32" name="Image 0" descr="C:\Users\alung\Documents\WorkSpace\AIHW\FinalProject\outputs\s18_experiment\figA_phase_plot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498848"/>
            <a:ext cx="4892040" cy="1481328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48640" y="4590288"/>
            <a:ext cx="5852160" cy="1371600"/>
          </a:xfrm>
          <a:prstGeom prst="roundRect">
            <a:avLst>
              <a:gd name="adj" fmla="val 4000"/>
            </a:avLst>
          </a:prstGeom>
          <a:solidFill>
            <a:srgbClr val="FBF3EC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822960" y="471830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有價值的 N/A 不是「我們沒測到」，</a:t>
            </a:r>
            <a:endParaRPr lang="en-US" sz="1550" dirty="0"/>
          </a:p>
        </p:txBody>
      </p:sp>
      <p:sp>
        <p:nvSpPr>
          <p:cNvPr id="35" name="Text 32"/>
          <p:cNvSpPr/>
          <p:nvPr/>
        </p:nvSpPr>
        <p:spPr>
          <a:xfrm>
            <a:off x="822960" y="506577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279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是「我們證明了測不到，並找出原因」。</a:t>
            </a:r>
            <a:endParaRPr lang="en-US" sz="1550" dirty="0"/>
          </a:p>
        </p:txBody>
      </p:sp>
      <p:sp>
        <p:nvSpPr>
          <p:cNvPr id="36" name="Text 33"/>
          <p:cNvSpPr/>
          <p:nvPr/>
        </p:nvSpPr>
        <p:spPr>
          <a:xfrm>
            <a:off x="822960" y="546811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激勵條件應納入 40 情境框架的可行性分級維度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混淆控制的教訓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一個看似鐵證的假陽性，以及真正拆穿它的方法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5F7F9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05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9E3B32"/>
          </a:solidFill>
          <a:ln w="12700">
            <a:solidFill>
              <a:srgbClr val="9E3B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10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494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全類別檢定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61518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3B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= 0.0005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07238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BL_ReversalErr_zc 看似 BL 族終於有訊號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16002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5F7F9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18105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D2793C"/>
          </a:solidFill>
          <a:ln w="12700">
            <a:solidFill>
              <a:srgbClr val="D279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810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44568" y="22494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偏相關控制事件數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44568" y="261518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279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ρ = 0.237（p&lt;0.001）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44568" y="307238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仍然顯著 —— 並未拆穿它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3296" y="16002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5F7F9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11896" y="18105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1896" y="1810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11896" y="22494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within-noisy 分軌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11896" y="261518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8B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ρ = 0.075（p = 0.067）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11896" y="307238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訊號全來自零負載 LN vs 加載三類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11064240" cy="1225296"/>
          </a:xfrm>
          <a:prstGeom prst="roundRect">
            <a:avLst>
              <a:gd name="adj" fmla="val 4478"/>
            </a:avLst>
          </a:prstGeom>
          <a:solidFill>
            <a:srgbClr val="EDF4F4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33425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混淆控制要控制的，是資料結構裡真實存在的變因（負載條件），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68680" y="470001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而不是事前猜到的變因（事件數）。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68680" y="50749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若無 within-noisy 分軌，這會是整份實驗唯一的錯誤結論。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632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負載混淆的來源：LN 僅存在於零負載檔案（*_load0），LO／MED／HI 取自 *_noisy —— 健康與異常之間差的不只是退化等級。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消融與診斷輸出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沿用 repo 既有 retrain 管線與驗證閘門；模型家族釘死 LR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5852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777240"/>
                <a:gridCol w="13258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變體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macro-F1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Δ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base（repo full）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0.8187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B（train 診斷通過者）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0.8124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−0.006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A（全部候選）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0.7581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−0.061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91840"/>
            <a:ext cx="5852160" cy="1051560"/>
          </a:xfrm>
          <a:prstGeom prst="roundRect">
            <a:avLst>
              <a:gd name="adj" fmla="val 5217"/>
            </a:avLst>
          </a:prstGeom>
          <a:solidFill>
            <a:srgbClr val="EDF4F4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3410712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兩變體皆無提升 → 資訊已被既有 21 維涵蓋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3767328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8B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價值在物理可解釋性與根因排名，不在新增判別力。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4526280"/>
            <a:ext cx="5852160" cy="1481328"/>
          </a:xfrm>
          <a:prstGeom prst="roundRect">
            <a:avLst>
              <a:gd name="adj" fmla="val 3704"/>
            </a:avLst>
          </a:prstGeom>
          <a:solidFill>
            <a:srgbClr val="FBF3EC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4645152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279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診斷輸出新增 not_estimable 第三態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4992624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區分「量不到」與「量到但正常」。沒有這個第三態，背隙只能在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「假裝有值」與「無聲消失」之間二選一 —— 前者不誠實，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後者讓維護人員誤以為背隙已排除。</a:t>
            </a:r>
            <a:endParaRPr lang="en-US" sz="1150" dirty="0"/>
          </a:p>
        </p:txBody>
      </p:sp>
      <p:pic>
        <p:nvPicPr>
          <p:cNvPr id="11" name="Image 0" descr="C:\Users\alung\Documents\WorkSpace\AIHW\FinalProject\outputs\s18_experiment\fig4_zscore_ranking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906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75120" y="48828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 run 708：STIFF_TorqueSlope z = −11.6 主導根因排名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675120" y="52852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DATA_CONTRACT v1.1 提案七條，含 hash chain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驗證失效之功能缺陷與修正碼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結論與回饋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36192"/>
            <a:ext cx="6766560" cy="713232"/>
          </a:xfrm>
          <a:prstGeom prst="roundRect">
            <a:avLst>
              <a:gd name="adj" fmla="val 7692"/>
            </a:avLst>
          </a:prstGeom>
          <a:solidFill>
            <a:srgbClr val="24405E"/>
          </a:solidFill>
          <a:ln w="15875">
            <a:solidFill>
              <a:srgbClr val="2E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9105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摩擦 ／ 剛性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337560" y="159105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8B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於真實資料驗證成立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6766560" cy="713232"/>
          </a:xfrm>
          <a:prstGeom prst="roundRect">
            <a:avLst>
              <a:gd name="adj" fmla="val 7692"/>
            </a:avLst>
          </a:prstGeom>
          <a:solidFill>
            <a:srgbClr val="24405E"/>
          </a:solidFill>
          <a:ln w="15875">
            <a:solidFill>
              <a:srgbClr val="D279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5059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背隙（BL 族）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37560" y="245059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79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激勵條件不支持，不可觀測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55264"/>
            <a:ext cx="6766560" cy="713232"/>
          </a:xfrm>
          <a:prstGeom prst="roundRect">
            <a:avLst>
              <a:gd name="adj" fmla="val 7692"/>
            </a:avLst>
          </a:prstGeom>
          <a:solidFill>
            <a:srgbClr val="24405E"/>
          </a:solidFill>
          <a:ln w="15875">
            <a:solidFill>
              <a:srgbClr val="9FB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1012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LN／LO 早期邊界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331012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未突破（AUC ≤ 0.556，四次獨立確認）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536192"/>
            <a:ext cx="3977640" cy="2432304"/>
          </a:xfrm>
          <a:prstGeom prst="roundRect">
            <a:avLst>
              <a:gd name="adj" fmla="val 2256"/>
            </a:avLst>
          </a:prstGeom>
          <a:solidFill>
            <a:srgbClr val="1D3350"/>
          </a:solidFill>
          <a:ln w="15875">
            <a:solidFill>
              <a:srgbClr val="2E8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7007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8B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40 情境框架的回饋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863840" y="21214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激勵條件應成為情境可行性分級的維度之一。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0" y="276148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2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特徵可用性不只取決於感測器與訊號，還取決於工況是否提供該特徵所需的激勵。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3159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兩份工作的會師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6817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框架保留（三情境、特徵模板、診斷合約全部沿用）· 宣稱改掉（每個字都有實證背書）· dsp_analytics 真的在 repo 管線裡跑出結果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596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未竟事項：FMCRD 資料集出處與授權待確認（最高優先）· DATA_CONTRACT v1.1 待採納 · 背隙路徑需另尋具連續激勵之工況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備用｜Q&amp;A 對照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被問到時調出對應素材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若被問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調出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LN／LO 為什麼分不開？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四次獨立確認的表；與主專案 E1–E5 互證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你們怎麼確定沒有洩漏？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兩遍掃描架構；以及自捕的 _isna 洩漏案例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消融沒提升不就是白做？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「可解釋性 vs 判別力」的區分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FR_Coulomb 的 0.99 是不是負載造成的？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within-noisy 軌：2.477 → 2.757 → 3.145（同屬 noisy）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這是真實馬達資料嗎？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FMCRD＝高擬真模擬，非工廠遙測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資料哪裡來的？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誠實回答：出處待確認（未竟事項第一條，勿含糊帶過）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11064240" cy="402336"/>
          </a:xfrm>
          <a:prstGeom prst="rect">
            <a:avLst/>
          </a:prstGeom>
          <a:solidFill>
            <a:srgbClr val="16283D"/>
          </a:solidFill>
          <a:ln w="12700">
            <a:solidFill>
              <a:srgbClr val="1628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55448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若被問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64608" y="155448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調出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備用｜講者提醒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措辭紅線 —— 講錯一句，前面的紀律就白做了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AEDEB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379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9E3B32"/>
          </a:solidFill>
          <a:ln w="12700">
            <a:solidFill>
              <a:srgbClr val="9E3B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9888" y="16824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3B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不得說「情境 18 驗證成功」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94960" y="1682496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的原始複合目標是背隙＋剛性＋摩擦三支柱，實證是兩立一不可觀測，措辭必須反映這個結構。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AEDEB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9718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9E3B32"/>
          </a:solidFill>
          <a:ln w="12700">
            <a:solidFill>
              <a:srgbClr val="9E3B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89888" y="2816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3B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LN 錨定數字必帶負載註記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2816352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AUC、觸發率 12.5%／90.0% 旁邊都要說「基線為零負載，含負載混合效應」。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AEDEB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056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9E3B32"/>
          </a:solidFill>
          <a:ln w="12700">
            <a:solidFill>
              <a:srgbClr val="9E3B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89888" y="3950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3B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FR_Viscous 不翻案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94960" y="3950208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已依預註冊判準標 N/A；不因 test 出現 ρ=−0.407 而改口 —— 這是紀律不是遺漏。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AEDEB"/>
          </a:solidFill>
          <a:ln w="9525">
            <a:solidFill>
              <a:srgbClr val="E2E7EC"/>
            </a:solidFill>
            <a:prstDash val="solid"/>
          </a:ln>
          <a:effectLst>
            <a:outerShdw sx="100000" sy="100000" kx="0" ky="0" algn="bl" rotWithShape="0" blurRad="76200" dist="381" dir="5400000">
              <a:srgbClr val="9AA7B2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52395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9E3B32"/>
          </a:solidFill>
          <a:ln w="12700">
            <a:solidFill>
              <a:srgbClr val="9E3B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89888" y="50840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3B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critical 誤報率如實講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5084064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健康件上仍有 2.5% 觸發 critical，別只講 HI 的 90%。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情境 18 × FMCRD 實驗</dc:title>
  <dc:subject>PptxGenJS Presentation</dc:subject>
  <dc:creator>AIHW FinalProject</dc:creator>
  <cp:lastModifiedBy>AIHW FinalProject</cp:lastModifiedBy>
  <cp:revision>1</cp:revision>
  <dcterms:created xsi:type="dcterms:W3CDTF">2026-07-19T13:41:14Z</dcterms:created>
  <dcterms:modified xsi:type="dcterms:W3CDTF">2026-07-19T13:41:14Z</dcterms:modified>
</cp:coreProperties>
</file>
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30 秒誠實性開場白：定位為維護決策輔助、不控制馬達；主線 Servo 目前用 placeholder 合成資料，重點在完整流程與誠實的泛化邊界。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強調：本系統是決策輔助，不接控制迴路。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這是最重要的一頁。baseline 1.0 看起來完美但是人工故障同分佈；換真實損傷掉到 0.20，混淆矩陣對角線潰散。揭露這個落差比只報好看的 baseline 更有價值。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463040"/>
            <a:ext cx="4206240" cy="420624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3108960"/>
            <a:ext cx="3291840" cy="3291840"/>
          </a:xfrm>
          <a:prstGeom prst="ellipse">
            <a:avLst/>
          </a:prstGeom>
          <a:solidFill>
            <a:srgbClr val="A78BF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0350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4754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· 指揮中心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Servo Motor Health</a:t>
            </a:r>
            <a:endParaRPr lang="en-US" sz="4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30352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伺服馬達健康監控與智慧維護指揮中心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· IMS · XJTU · Paderborn · Servo 主線　|　ML × FastAPI × Next.js × LLM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0352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AIHW 期末專題　·　2026-06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為什麼要做預測性維護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工業伺服馬達長期運轉會累積溫度、扭矩、機械負載、磨耗相關的劣化。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若能在故障前估計風險，運維單位即可：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降低非計畫性停機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減少緊急維修成本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避免製程中途故障的物料報廢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77840" y="155448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06440" y="1783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支援的決策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06440" y="22860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派工 · 巡檢 · 班次調度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範圍外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即時控制迴路 · 安全互鎖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一條主線 · 四條對照軌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8183880" cy="566928"/>
          </a:xfrm>
          <a:prstGeom prst="roundRect">
            <a:avLst>
              <a:gd name="adj" fmla="val 12903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0078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361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Servo（主線）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66160" y="153619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伺服馬達健康分類 + 退化值 DV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130552"/>
            <a:ext cx="8183880" cy="566928"/>
          </a:xfrm>
          <a:prstGeom prst="roundRect">
            <a:avLst>
              <a:gd name="adj" fmla="val 12903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50008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85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 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66160" y="218541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靜態製程風險分類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2779776"/>
            <a:ext cx="8183880" cy="566928"/>
          </a:xfrm>
          <a:prstGeom prst="roundRect">
            <a:avLst>
              <a:gd name="adj" fmla="val 12903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999232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 B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56616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動態健康度 / RUL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3429000"/>
            <a:ext cx="8183880" cy="566928"/>
          </a:xfrm>
          <a:prstGeom prst="roundRect">
            <a:avLst>
              <a:gd name="adj" fmla="val 12903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648456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4838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 B+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566160" y="34838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XJTU 多軌跡 / 多工況泛化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4078224"/>
            <a:ext cx="8183880" cy="566928"/>
          </a:xfrm>
          <a:prstGeom prst="roundRect">
            <a:avLst>
              <a:gd name="adj" fmla="val 12903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297680"/>
            <a:ext cx="146304" cy="146304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1330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模組 C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566160" y="41330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Paderborn 馬達電流故障診斷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敘事：靜態風險 → 動態健康監測 → 多軌跡泛化驗證 → 電流診斷 → 收斂到伺服馬達主線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開發流程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12064" y="182880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86968" y="201168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7784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7784" y="306324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決策輔助定位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不控制馬達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83664" y="182880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58568" y="201168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225856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9384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929384" y="306324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+ 限制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誠實性聲明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55264" y="182880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201168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363016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00984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300984" y="306324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去洩漏 / 標準化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特徵工程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26864" y="182880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01768" y="201168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76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72584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72584" y="306324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多模型 × 特徵組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A/B/B+/C/Servo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98464" y="182880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73368" y="201168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637336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44184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044184" y="306324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/ PR-AUC / R²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泛化驗證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70064" y="1828800"/>
            <a:ext cx="1261872" cy="2194560"/>
          </a:xfrm>
          <a:prstGeom prst="roundRect">
            <a:avLst>
              <a:gd name="adj" fmla="val 5797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744968" y="2011680"/>
            <a:ext cx="512064" cy="51206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7744968" y="20116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15784" y="26517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415784" y="3063240"/>
            <a:ext cx="11704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Next.js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HF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資料集與限制（誠實性）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81838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606040"/>
                <a:gridCol w="2468880"/>
                <a:gridCol w="21945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資料集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真實性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PHM 伺服馬達退化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合成 placeholder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健康分類 + DV 回歸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AI4I 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故障二元分類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NASA/IMS Set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實測（單軌跡）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健康度 / RUL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XJTU-SY（15 顆/3 工況）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實測（多軌跡）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跨軸承/工況泛化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Paderborn PMSM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實測（試驗台 真實+人工）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故障分類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6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原始大型資料集（IMS/XJTU/Paderborn raw，約 21 GB）不進 git。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 · AI4I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靜態風險分類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+ RFE top-8　·　10 模型 × 5 特徵組　·　以 F1 選模（不平衡資料）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756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28254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F1（故障類）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06040" y="1874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20756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0.906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97480" y="28254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075688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0.809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800600" y="28254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12280" y="187452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075688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903720" y="282549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520440"/>
            <a:ext cx="818388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混淆矩陣（測試 2000 / 68 故障）：[[1931, 1], [13, 55]]　漏報 13 · 誤報 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預測性維護偏重 Recall（漏報成本 &gt; 誤報）；3% 正類下 PR-AUC 0.91 屬實用水準。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 · IMS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動態健康度與 RUL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kHz 振動 → 健康指標 → 退化起點 FPT → 指數趨勢外推 RUL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75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</a:t>
            </a:r>
            <a:pPr algn="ctr" indent="0" marL="0">
              <a:buNone/>
            </a:pPr>
            <a:r>
              <a:rPr lang="en-US" sz="15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天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28254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失效前偵測到退化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075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25.2</a:t>
            </a:r>
            <a:pPr algn="ctr" indent="0" marL="0">
              <a:buNone/>
            </a:pPr>
            <a:r>
              <a:rPr lang="en-US" sz="15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28254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退化區 RUL MAE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2075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−1.65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8254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趨勢外推 R²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8183880" cy="1143000"/>
          </a:xfrm>
          <a:prstGeom prst="roundRect">
            <a:avLst>
              <a:gd name="adj" fmla="val 6400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方法學發現：在單一退化軌跡上做監督式絕對 RUL 回歸會失敗（撞外推牆）→ 改採趨勢外推。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限制：此結果為單軌跡，不可泛化到其他軸承/馬達。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B+ · XJTU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多軌跡 / 多工況泛化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可泛化：健康監測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同一組固定參數套全 15 顆軸承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 全數成功偵測退化起點 FPT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跨軸承、跨工況的健康監測成立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977640" cy="3108960"/>
          </a:xfrm>
          <a:prstGeom prst="roundRect">
            <a:avLst>
              <a:gd name="adj" fmla="val 2353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受限：絕對 RUL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LOBO（工況內）pooled R² ≈ −0.62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LOCO（跨工況）pooled R² ≈ −1.22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領域自適應（CORAL）：−1.22 → −0.92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結論：明確區分「可泛化的健康監測」與「受限的絕對 RUL」——不誇大。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 · PADERBORN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 → 真實 泛化落差 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真實馬達定子電流（MCSA）+ 振動 30 維時域特徵 → 故障分類（健康/外環/內環）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0116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94360" y="33832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macro-F1（人工故障，訓練/測同分佈）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20116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 → 真實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23317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800600" y="33832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macro-F1（測真實加速壽命損傷）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泛化落差 ≈ 0.80　</a:t>
            </a:r>
            <a:pPr algn="ctr"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人工故障訓練無法直接泛化到真實劣化；我們如實呈現，不只報 baseline。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SERVO · 主線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伺服馬達健康估測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雙輸出：健康狀態分類（LN/LO/MED/HI）+ 退化值 DV 回歸 → 健康分數 / 風險 / 異常特徵 / 建議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75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0.748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28254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健康分類 macro-F1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2075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0.733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28254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退化值 DV · R²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35040" y="187452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20756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0.135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26480" y="28254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回歸 MAE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8183880" cy="1143000"/>
          </a:xfrm>
          <a:prstGeom prst="roundRect">
            <a:avLst>
              <a:gd name="adj" fmla="val 6400"/>
            </a:avLst>
          </a:prstGeom>
          <a:solidFill>
            <a:srgbClr val="2A1E14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7033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誠實性：目前以 placeholder 合成資料訓練（n=6000），數字僅供流程展示。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下載真實 PHM 資料重訓後方為正式結果；分類與 DV 矛盾時輸出一致性警告。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系統實作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818388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73936"/>
            <a:ext cx="292608" cy="29260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645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Command Center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645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深色工業前端：Overview / 機群 / 設備詳情 / 模擬器 / 各模組頁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359152"/>
            <a:ext cx="818388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578608"/>
            <a:ext cx="292608" cy="29260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4505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後端（30+ 端點）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4505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機群 /alerts /work_orders 由真模型即時衍生 · /servo/simulate 即時訓練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163824"/>
            <a:ext cx="818388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383280"/>
            <a:ext cx="292608" cy="29260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2552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維護助理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32552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多供應商（Groq/OpenRouter/Gemini）依序嘗試，全失敗回離線範本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968496"/>
            <a:ext cx="818388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4187952"/>
            <a:ext cx="292608" cy="29260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0599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維修知識庫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97680" y="405993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文件檢索 + 規則式維護建議（散熱/負載/保養/通報）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免費線上 Demo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→ Vercel（Next.js）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後端 → Hugging Face Spaces</a:t>
            </a:r>
            <a:endParaRPr lang="en-US" sz="13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（Docker · 2 vCPU / 16 GB）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跨網域以 API_BASE_URL 接 · CORS 開放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172033"/>
          </a:solidFill>
          <a:ln w="12700">
            <a:solidFill>
              <a:srgbClr val="2A365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單機整合（GCP VM）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反向代理</a:t>
            </a:r>
            <a:endParaRPr lang="en-US" sz="13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→ Next.js:3000 · /api → uvicorn:8000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常駐 + certbot HTTPS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CI：Python 測試 + 前端 lint/build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範本與 runbook：docs/DEPLOYMENT.md（含 deploy/nginx · systemd · huggingface）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誠實性紅線聲明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主線 / AI4I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83280" y="15544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合成 placeholder / 合成 —— 不宣稱為真實伺服馬達資料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340864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762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Set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21762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單軌跡 —— 不可泛化到其他軸承/馬達；不做深度 RUL 回歸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962656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980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Paderborn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79806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 PMSM 試驗台（非產線）· 如實呈現人工→真實落差 · 非 RUL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584448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198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機群 / 告警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341985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真模型在 demo 樣本上的輸出；遙測/工單為示意，非真實遙測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20624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41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系統定位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404164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維護建議＝決策輔助，不直接控制馬達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017520"/>
            <a:ext cx="4023360" cy="402336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20624"/>
            <a:ext cx="128016" cy="12801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292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從靜態風險到伺服馬達主線，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誠實標示每一步的邊界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靜態風險 → B 動態健康/RUL → B+ 多軌跡誠實驗證泛化 → C 電流揭露人工→真實落差 → Servo 主線整合。</a:t>
            </a:r>
            <a:endParaRPr lang="en-US" sz="14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5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核心貢獻：明確區分「可泛化（健康監測）」與「受限（絕對 RUL）」，並全程標示資料真實性。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97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未來工作：下載真實 PHM 資料重訓 Servo · 雲端化互動曲線 · 深度模型 · 成本敏感門檻 · ESP32 IoT。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Servo Motor Health Command Center</dc:title>
  <dc:subject>PptxGenJS Presentation</dc:subject>
  <dc:creator>AIHW Final Project</dc:creator>
  <cp:lastModifiedBy>AIHW Final Project</cp:lastModifiedBy>
  <cp:revision>1</cp:revision>
  <dcterms:created xsi:type="dcterms:W3CDTF">2026-06-26T18:37:54Z</dcterms:created>
  <dcterms:modified xsi:type="dcterms:W3CDTF">2026-06-26T18:37:54Z</dcterms:modified>
</cp:coreProperties>
</file>